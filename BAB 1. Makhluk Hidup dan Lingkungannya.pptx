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BAB-1-Makhluk-Hidup-dan-Lingkungannya-pptx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BAB-1-Makhluk-Hidup-dan-Lingkungannya-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BAB-1-Makhluk-Hidup-dan-Lingkungannya-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BAB-1-Makhluk-Hidup-dan-Lingkungannya-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BAB-1-Makhluk-Hidup-dan-Lingkungannya-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BAB-1-Makhluk-Hidup-dan-Lingkungannya-pptx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BAB-1-Makhluk-Hidup-dan-Lingkungannya-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BAB-1-Makhluk-Hidup-dan-Lingkungannya-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BAB-1-Makhluk-Hidup-dan-Lingkungannya-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BAB-1-Makhluk-Hidup-dan-Lingkungannya-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BAB-1-Makhluk-Hidup-dan-Lingkungannya-pptx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BAB-1-Makhluk-Hidup-dan-Lingkungannya-pptx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BAB-1-Makhluk-Hidup-dan-Lingkungannya-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BAB-1-Makhluk-Hidup-dan-Lingkungannya-pptx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BAB-1-Makhluk-Hidup-dan-Lingkungannya-pptx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BAB-1-Makhluk-Hidup-dan-Lingkungannya-pptx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BAB-1-Makhluk-Hidup-dan-Lingkungannya-pptx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01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BAB-1-Makhluk-Hidup-dan-Lingkungannya-pptx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BAB-1-Makhluk-Hidup-dan-Lingkungannya-pptx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BAB-1-Makhluk-Hidup-dan-Lingkungannya-pptx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BAB-1-Makhluk-Hidup-dan-Lingkungannya-pptx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BAB-1-Makhluk-Hidup-dan-Lingkungannya-pptx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BAB-1-Makhluk-Hidup-dan-Lingkungannya-pptx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BAB-1-Makhluk-Hidup-dan-Lingkungannya-pptx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BAB-1-Makhluk-Hidup-dan-Lingkungannya-pptx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BAB-1-Makhluk-Hidup-dan-Lingkungannya-pptx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BAB-1-Makhluk-Hidup-dan-Lingkungannya-pptx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BAB-1-Makhluk-Hidup-dan-Lingkungannya-pptx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BAB-1-Makhluk-Hidup-dan-Lingkungannya-pptx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BAB-1-Makhluk-Hidup-dan-Lingkungannya-pptx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BAB-1-Makhluk-Hidup-dan-Lingkungannya-pptx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BAB-1-Makhluk-Hidup-dan-Lingkungannya-pptx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BAB-1-Makhluk-Hidup-dan-Lingkungannya-pptx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BAB-1-Makhluk-Hidup-dan-Lingkungannya-pptx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BAB-1-Makhluk-Hidup-dan-Lingkungannya-pptx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BAB-1-Makhluk-Hidup-dan-Lingkungannya-pptx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BAB-1-Makhluk-Hidup-dan-Lingkungannya-pptx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87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BAB-1-Makhluk-Hidup-dan-Lingkungannya-pptx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BAB-1-Makhluk-Hidup-dan-Lingkungannya-pptx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BAB-1-Makhluk-Hidup-dan-Lingkungannya-pptx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0</Words>
  <Application>Microsoft Office PowerPoint</Application>
  <PresentationFormat>Tampilan Layar (4:3)</PresentationFormat>
  <Paragraphs>0</Paragraphs>
  <Slides>40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Trisuci Yanti</cp:lastModifiedBy>
  <cp:revision>2</cp:revision>
  <dcterms:created xsi:type="dcterms:W3CDTF">2013-01-27T09:14:16Z</dcterms:created>
  <dcterms:modified xsi:type="dcterms:W3CDTF">2025-08-31T16:24:01Z</dcterms:modified>
  <cp:category/>
</cp:coreProperties>
</file>